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8" r:id="rId10"/>
    <p:sldId id="262" r:id="rId11"/>
    <p:sldId id="269" r:id="rId12"/>
    <p:sldId id="263" r:id="rId13"/>
    <p:sldId id="264" r:id="rId14"/>
    <p:sldId id="265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7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1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12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8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4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5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0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0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2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8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66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72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24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2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11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75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1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30-Mar-25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08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62064"/>
            <a:ext cx="7772400" cy="1470025"/>
          </a:xfrm>
        </p:spPr>
        <p:txBody>
          <a:bodyPr>
            <a:normAutofit/>
          </a:bodyPr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Bluetooth Controlled Car using ESP32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52700"/>
            <a:ext cx="6400800" cy="34432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by</a:t>
            </a:r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Mayank</a:t>
            </a:r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(2204030400233)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Akshar(220403040084)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Bhargav(2204030400143)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Uttam(2204030400121)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Bhavyesh(2204030400127)</a:t>
            </a:r>
          </a:p>
          <a:p>
            <a:pPr algn="l"/>
            <a:r>
              <a:rPr lang="en-US" dirty="0"/>
              <a:t>	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ABOUT PROJECT:</a:t>
            </a:r>
            <a:endParaRPr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project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Bluetooth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controlled car using an ESP32 microcontroller. The car is controlled via a mobile application, sending commands to the ESP32, which then drives the DC motors through an L298N motor driver.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 Required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ESP32 Microcontroller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L298N Motor Driver</a:t>
            </a: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DC Motors 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Supply (Battery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V-12V)</a:t>
            </a: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Platform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Wheels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Jumper Wires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Mobile Application (Bluetooth Controller App)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262" y="656240"/>
            <a:ext cx="7511473" cy="1312480"/>
          </a:xfrm>
        </p:spPr>
        <p:txBody>
          <a:bodyPr>
            <a:normAutofit/>
          </a:bodyPr>
          <a:lstStyle/>
          <a:p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ESP32 Microcontroller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63" y="1845859"/>
            <a:ext cx="7511472" cy="4041162"/>
          </a:xfrm>
        </p:spPr>
        <p:txBody>
          <a:bodyPr>
            <a:normAutofit/>
          </a:bodyPr>
          <a:lstStyle/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ESP32 is a microcontroller with built-in Wi-Fi and Bluetooth capabilities. It receives Bluetooth signals from the mobile app and sends control signals to the L298N motor driver to move the 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DE40-CF2D-517A-C55D-F4D817E6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63" y="163399"/>
            <a:ext cx="7511473" cy="1312480"/>
          </a:xfrm>
        </p:spPr>
        <p:txBody>
          <a:bodyPr>
            <a:normAutofit/>
          </a:bodyPr>
          <a:lstStyle/>
          <a:p>
            <a:r>
              <a:rPr lang="en-US" sz="4000" b="1" dirty="0"/>
              <a:t>ESP 32 Pinout:</a:t>
            </a:r>
            <a:endParaRPr lang="en-IN" sz="40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835BF5-7B72-2A71-00FB-3AD948736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64630"/>
            <a:ext cx="9167925" cy="49131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84827E5-DB48-8F30-71F7-EB2AE3C6D404}"/>
              </a:ext>
            </a:extLst>
          </p:cNvPr>
          <p:cNvSpPr/>
          <p:nvPr/>
        </p:nvSpPr>
        <p:spPr>
          <a:xfrm>
            <a:off x="4031226" y="4195916"/>
            <a:ext cx="344129" cy="196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14A7293F-733F-D9D8-747D-9AF592E19034}"/>
              </a:ext>
            </a:extLst>
          </p:cNvPr>
          <p:cNvSpPr/>
          <p:nvPr/>
        </p:nvSpPr>
        <p:spPr>
          <a:xfrm>
            <a:off x="4925961" y="4807974"/>
            <a:ext cx="442452" cy="442452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9CE11A-BE06-ABD1-F44E-1973B56062A7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147187" y="3873910"/>
            <a:ext cx="0" cy="93406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42A851-8F31-0033-6130-2CD513488A43}"/>
              </a:ext>
            </a:extLst>
          </p:cNvPr>
          <p:cNvCxnSpPr/>
          <p:nvPr/>
        </p:nvCxnSpPr>
        <p:spPr>
          <a:xfrm>
            <a:off x="4375355" y="4296696"/>
            <a:ext cx="77183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BC3023-3F98-2619-E33A-ADEE5DA38816}"/>
              </a:ext>
            </a:extLst>
          </p:cNvPr>
          <p:cNvCxnSpPr>
            <a:cxnSpLocks/>
          </p:cNvCxnSpPr>
          <p:nvPr/>
        </p:nvCxnSpPr>
        <p:spPr>
          <a:xfrm>
            <a:off x="4296697" y="4404852"/>
            <a:ext cx="0" cy="59976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AF9CE9-8C33-3431-0607-40D91A969B56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296697" y="5029200"/>
            <a:ext cx="629264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FB7014-E4C4-2678-BA89-6C5E7E77D81C}"/>
              </a:ext>
            </a:extLst>
          </p:cNvPr>
          <p:cNvCxnSpPr/>
          <p:nvPr/>
        </p:nvCxnSpPr>
        <p:spPr>
          <a:xfrm>
            <a:off x="4126992" y="4404852"/>
            <a:ext cx="0" cy="64892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5F560D-6311-AD55-D523-32775E83AB0F}"/>
              </a:ext>
            </a:extLst>
          </p:cNvPr>
          <p:cNvCxnSpPr>
            <a:cxnSpLocks/>
          </p:cNvCxnSpPr>
          <p:nvPr/>
        </p:nvCxnSpPr>
        <p:spPr>
          <a:xfrm>
            <a:off x="4126992" y="5082828"/>
            <a:ext cx="798969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09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L298N Motor Driver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1756098"/>
            <a:ext cx="7511472" cy="4041162"/>
          </a:xfrm>
        </p:spPr>
        <p:txBody>
          <a:bodyPr>
            <a:normAutofit/>
          </a:bodyPr>
          <a:lstStyle/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L298N motor driver allows controlling the direction and speed of DC motors using PWM signals from the ESP32. It has two H-Bridge circuits to drive two motors independently.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C098-F0DB-78E2-E344-64795A47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62" y="277450"/>
            <a:ext cx="7511473" cy="1312480"/>
          </a:xfrm>
        </p:spPr>
        <p:txBody>
          <a:bodyPr>
            <a:normAutofit/>
          </a:bodyPr>
          <a:lstStyle/>
          <a:p>
            <a:r>
              <a:rPr lang="en-US" sz="3600" b="1" dirty="0"/>
              <a:t>L298N Motor driver pinout: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DF0D67-C495-1DA2-0DDC-AA988BD1F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778032"/>
            <a:ext cx="9143999" cy="5283985"/>
          </a:xfrm>
        </p:spPr>
      </p:pic>
    </p:spTree>
    <p:extLst>
      <p:ext uri="{BB962C8B-B14F-4D97-AF65-F5344CB8AC3E}">
        <p14:creationId xmlns:p14="http://schemas.microsoft.com/office/powerpoint/2010/main" val="1008516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8" y="748418"/>
            <a:ext cx="7511473" cy="1312480"/>
          </a:xfrm>
        </p:spPr>
        <p:txBody>
          <a:bodyPr>
            <a:normAutofit/>
          </a:bodyPr>
          <a:lstStyle/>
          <a:p>
            <a:r>
              <a:rPr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DC Motors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79" y="1539789"/>
            <a:ext cx="7511472" cy="4041162"/>
          </a:xfrm>
        </p:spPr>
        <p:txBody>
          <a:bodyPr>
            <a:normAutofit/>
          </a:bodyPr>
          <a:lstStyle/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car uses four DC motors for movement. The direction and speed of these motors are controlled by the L298N motor driver, which is regulated by the ESP32.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4F5E-B185-B23D-47D1-EFF09BF0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DC motor pinout:</a:t>
            </a:r>
            <a:endParaRPr lang="en-IN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FDC9E0-9634-E1F8-F064-F46FC462A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449206"/>
            <a:ext cx="9143999" cy="4408794"/>
          </a:xfrm>
        </p:spPr>
      </p:pic>
    </p:spTree>
    <p:extLst>
      <p:ext uri="{BB962C8B-B14F-4D97-AF65-F5344CB8AC3E}">
        <p14:creationId xmlns:p14="http://schemas.microsoft.com/office/powerpoint/2010/main" val="324006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07241"/>
            <a:ext cx="7429499" cy="1478570"/>
          </a:xfrm>
        </p:spPr>
        <p:txBody>
          <a:bodyPr>
            <a:normAutofit/>
          </a:bodyPr>
          <a:lstStyle/>
          <a:p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Connection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8" y="2151165"/>
            <a:ext cx="7429499" cy="3541714"/>
          </a:xfrm>
        </p:spPr>
        <p:txBody>
          <a:bodyPr>
            <a:noAutofit/>
          </a:bodyPr>
          <a:lstStyle/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ESP32 to L298N:</a:t>
            </a:r>
          </a:p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- IN1, IN2, IN3, IN4 → ESP32 GPIO pins</a:t>
            </a:r>
          </a:p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- ENA, ENB → ESP32 PWM pins</a:t>
            </a:r>
          </a:p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L298N to Motors:</a:t>
            </a:r>
          </a:p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- Output 1  → Motor 1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2</a:t>
            </a:r>
          </a:p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- Output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→ Motor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&amp; 2</a:t>
            </a:r>
            <a:endParaRPr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- Output 3  → Motor 3 &amp; 4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- Output 4 → Motor 3 &amp; 4</a:t>
            </a:r>
          </a:p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Power Supply:</a:t>
            </a:r>
          </a:p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- Battery to L298N (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V-12V)</a:t>
            </a:r>
          </a:p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- ESP32 powered via USB or regulator from L298N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8A91-F2D5-A62A-38E4-745604C9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47" y="222392"/>
            <a:ext cx="7511473" cy="1312480"/>
          </a:xfrm>
        </p:spPr>
        <p:txBody>
          <a:bodyPr>
            <a:normAutofit/>
          </a:bodyPr>
          <a:lstStyle/>
          <a:p>
            <a:r>
              <a:rPr lang="en-US" sz="4000" b="1" dirty="0"/>
              <a:t>Connection diagram:</a:t>
            </a:r>
            <a:endParaRPr lang="en-IN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BF537B-F313-4B9F-C0DC-D41E91086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346" y="1425677"/>
            <a:ext cx="7511473" cy="5432323"/>
          </a:xfrm>
        </p:spPr>
      </p:pic>
    </p:spTree>
    <p:extLst>
      <p:ext uri="{BB962C8B-B14F-4D97-AF65-F5344CB8AC3E}">
        <p14:creationId xmlns:p14="http://schemas.microsoft.com/office/powerpoint/2010/main" val="3828450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327514"/>
            <a:ext cx="7429499" cy="1478570"/>
          </a:xfrm>
        </p:spPr>
        <p:txBody>
          <a:bodyPr>
            <a:normAutofit/>
          </a:bodyPr>
          <a:lstStyle/>
          <a:p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Principle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140381"/>
            <a:ext cx="7429499" cy="3541714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The mobile app sends Bluetooth commands to ESP32.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ESP32 processes the command and controls the L298N motor driver.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The motor driver supplies power to the DC motors based on the received signal.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The car moves forward, backward, left, right accordingly.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156402"/>
            <a:ext cx="7429499" cy="1478570"/>
          </a:xfrm>
        </p:spPr>
        <p:txBody>
          <a:bodyPr>
            <a:normAutofit/>
          </a:bodyPr>
          <a:lstStyle/>
          <a:p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Mobile App Interface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1632872"/>
            <a:ext cx="7429499" cy="3541714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Blynk App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used to send commands like: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'F' for Forward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'B' for Backward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'L' for Left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'R' for Right</a:t>
            </a:r>
          </a:p>
          <a:p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ESP32 reads these signals and drives the motors accordingly.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327514"/>
            <a:ext cx="7429499" cy="1478570"/>
          </a:xfrm>
        </p:spPr>
        <p:txBody>
          <a:bodyPr>
            <a:normAutofit/>
          </a:bodyPr>
          <a:lstStyle/>
          <a:p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806084"/>
            <a:ext cx="7429499" cy="3541714"/>
          </a:xfrm>
        </p:spPr>
        <p:txBody>
          <a:bodyPr>
            <a:noAutofit/>
          </a:bodyPr>
          <a:lstStyle/>
          <a:p>
            <a:r>
              <a:rPr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project demonstrates a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effective way to control a car using Bluetooth and ESP32. It can be further improved by adding sensors for obstacle detection, speed control, or autonomous driving features.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C44E-754D-69A7-1019-F54C1606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thanks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3FF3F-58E8-C7BF-53D8-69F5E37BF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Project is made by: </a:t>
            </a:r>
          </a:p>
          <a:p>
            <a:pPr lvl="1"/>
            <a:r>
              <a:rPr lang="en-US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Mayank(2204030400233)</a:t>
            </a:r>
          </a:p>
          <a:p>
            <a:pPr lvl="1"/>
            <a:r>
              <a:rPr lang="en-US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Akshar(220403040084)</a:t>
            </a:r>
          </a:p>
          <a:p>
            <a:pPr lvl="1"/>
            <a:r>
              <a:rPr lang="en-US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Bhargav(2204030400143)</a:t>
            </a:r>
          </a:p>
          <a:p>
            <a:pPr lvl="1"/>
            <a:r>
              <a:rPr lang="en-US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Uttam(2204030400121)</a:t>
            </a:r>
          </a:p>
          <a:p>
            <a:pPr lvl="1"/>
            <a:r>
              <a:rPr lang="en-US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Bhavyesh(2204030400127)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2609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526</TotalTime>
  <Words>497</Words>
  <Application>Microsoft Office PowerPoint</Application>
  <PresentationFormat>On-screen Show (4:3)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Mesh</vt:lpstr>
      <vt:lpstr>Bluetooth Controlled Car using ESP32</vt:lpstr>
      <vt:lpstr>Intro ABOUT PROJECT:</vt:lpstr>
      <vt:lpstr>Components Required:</vt:lpstr>
      <vt:lpstr>ESP32 Microcontroller:</vt:lpstr>
      <vt:lpstr>ESP 32 Pinout:</vt:lpstr>
      <vt:lpstr>L298N Motor Driver</vt:lpstr>
      <vt:lpstr>L298N Motor driver pinout:</vt:lpstr>
      <vt:lpstr>DC Motors:</vt:lpstr>
      <vt:lpstr>DC motor pinout:</vt:lpstr>
      <vt:lpstr>Connection:</vt:lpstr>
      <vt:lpstr>Connection diagram:</vt:lpstr>
      <vt:lpstr>Working Principle:</vt:lpstr>
      <vt:lpstr>Mobile App Interface:</vt:lpstr>
      <vt:lpstr>Conclusion: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sonagara</cp:lastModifiedBy>
  <cp:revision>5</cp:revision>
  <dcterms:created xsi:type="dcterms:W3CDTF">2013-01-27T09:14:16Z</dcterms:created>
  <dcterms:modified xsi:type="dcterms:W3CDTF">2025-03-30T07:36:07Z</dcterms:modified>
  <cp:category/>
</cp:coreProperties>
</file>